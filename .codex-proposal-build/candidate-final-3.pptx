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087c362a5c4e0f" /><Relationship Type="http://schemas.openxmlformats.org/officeDocument/2006/relationships/extended-properties" Target="/docProps/app.xml" Id="R7d194627370548ca" /><Relationship Type="http://schemas.openxmlformats.org/officeDocument/2006/relationships/officeDocument" Target="/ppt/presentation.xml" Id="Rbe551fd9f9354b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e9098afb3043db"/>
  </p:sldMasterIdLst>
  <p:notesMasterIdLst>
    <p:notesMasterId xmlns:r="http://schemas.openxmlformats.org/officeDocument/2006/relationships" r:id="R7958c3fdf0414aaf"/>
  </p:notesMasterIdLst>
  <p:sldIdLst>
    <p:sldId xmlns:r="http://schemas.openxmlformats.org/officeDocument/2006/relationships" id="256" r:id="Reb0fa9842cec4615"/>
    <p:sldId xmlns:r="http://schemas.openxmlformats.org/officeDocument/2006/relationships" id="257" r:id="R32c20b1017fa4b6a"/>
    <p:sldId xmlns:r="http://schemas.openxmlformats.org/officeDocument/2006/relationships" id="258" r:id="R44fcfe52fc9c4047"/>
    <p:sldId xmlns:r="http://schemas.openxmlformats.org/officeDocument/2006/relationships" id="259" r:id="R7b5a27808d3a4abb"/>
    <p:sldId xmlns:r="http://schemas.openxmlformats.org/officeDocument/2006/relationships" id="260" r:id="Rfc694e458cb74cef"/>
    <p:sldId xmlns:r="http://schemas.openxmlformats.org/officeDocument/2006/relationships" id="261" r:id="R1c0854fdfbf34681"/>
    <p:sldId xmlns:r="http://schemas.openxmlformats.org/officeDocument/2006/relationships" id="262" r:id="R3bd03bdc26cc42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5d9e49446c4504" /><Relationship Type="http://schemas.openxmlformats.org/officeDocument/2006/relationships/slideMaster" Target="/ppt/slideMasters/slideMaster1.xml" Id="Rcfe9098afb3043db" /><Relationship Type="http://schemas.openxmlformats.org/officeDocument/2006/relationships/notesMaster" Target="/ppt/notesMasters/notesMaster1.xml" Id="R7958c3fdf0414aaf" /><Relationship Type="http://schemas.openxmlformats.org/officeDocument/2006/relationships/presProps" Target="/ppt/presProps.xml" Id="R93de3de8982047ed" /><Relationship Type="http://schemas.openxmlformats.org/officeDocument/2006/relationships/tableStyles" Target="/ppt/tableStyles.xml" Id="Rb8ba5bbcd98e482d" /><Relationship Type="http://schemas.openxmlformats.org/officeDocument/2006/relationships/slide" Target="/ppt/slides/slide1.xml" Id="Reb0fa9842cec4615" /><Relationship Type="http://schemas.openxmlformats.org/officeDocument/2006/relationships/slide" Target="/ppt/slides/slide2.xml" Id="R32c20b1017fa4b6a" /><Relationship Type="http://schemas.openxmlformats.org/officeDocument/2006/relationships/slide" Target="/ppt/slides/slide3.xml" Id="R44fcfe52fc9c4047" /><Relationship Type="http://schemas.openxmlformats.org/officeDocument/2006/relationships/slide" Target="/ppt/slides/slide4.xml" Id="R7b5a27808d3a4abb" /><Relationship Type="http://schemas.openxmlformats.org/officeDocument/2006/relationships/slide" Target="/ppt/slides/slide5.xml" Id="Rfc694e458cb74cef" /><Relationship Type="http://schemas.openxmlformats.org/officeDocument/2006/relationships/slide" Target="/ppt/slides/slide6.xml" Id="R1c0854fdfbf34681" /><Relationship Type="http://schemas.openxmlformats.org/officeDocument/2006/relationships/slide" Target="/ppt/slides/slide7.xml" Id="R3bd03bdc26cc42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878a0d1419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681c7d1a047ac" /><Relationship Type="http://schemas.openxmlformats.org/officeDocument/2006/relationships/notesMaster" Target="/ppt/notesMasters/notesMaster1.xml" Id="Rf7a5444eb0664b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84cf2eeee9444e" /><Relationship Type="http://schemas.openxmlformats.org/officeDocument/2006/relationships/notesMaster" Target="/ppt/notesMasters/notesMaster1.xml" Id="R39d81fcd345c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175240b23f480e" /><Relationship Type="http://schemas.openxmlformats.org/officeDocument/2006/relationships/notesMaster" Target="/ppt/notesMasters/notesMaster1.xml" Id="Rfc04b691cc7d49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d997eadcab4235" /><Relationship Type="http://schemas.openxmlformats.org/officeDocument/2006/relationships/notesMaster" Target="/ppt/notesMasters/notesMaster1.xml" Id="R3dad5afbca2e49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a64501b142401f" /><Relationship Type="http://schemas.openxmlformats.org/officeDocument/2006/relationships/notesMaster" Target="/ppt/notesMasters/notesMaster1.xml" Id="R288a26a8a24b44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7c5ae98fd74902" /><Relationship Type="http://schemas.openxmlformats.org/officeDocument/2006/relationships/notesMaster" Target="/ppt/notesMasters/notesMaster1.xml" Id="R0b4e96de59ed48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52ae558f249c7" /><Relationship Type="http://schemas.openxmlformats.org/officeDocument/2006/relationships/notesMaster" Target="/ppt/notesMasters/notesMaster1.xml" Id="R9b118558e12e4b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Portada de una propuesta de landing para TLOC. Imagen proveniente de los recursos de marca disponibles en public/tlock.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Propuesta comercial de TLOC. Septiembre de 2026. Confirmar contenidos, disponibilidad y condiciones antes de publicar.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98265062c44e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95061aca924b10" /><Relationship Type="http://schemas.openxmlformats.org/officeDocument/2006/relationships/slideLayout" Target="/ppt/slideLayouts/slideLayout1.xml" Id="R88e8a7158baf4a1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e8a7158baf4a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d6a7599634433" /><Relationship Type="http://schemas.openxmlformats.org/officeDocument/2006/relationships/image" Target="/ppt/media/image.png" Id="R67223d20b1774bdc" /><Relationship Type="http://schemas.openxmlformats.org/officeDocument/2006/relationships/notesSlide" Target="/ppt/notesSlides/notesSlide1.xml" Id="R87169e0213db47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0bc3c7d6c42ed" /><Relationship Type="http://schemas.openxmlformats.org/officeDocument/2006/relationships/image" Target="/ppt/media/image2.png" Id="Rb703f118fa7d444a" /><Relationship Type="http://schemas.openxmlformats.org/officeDocument/2006/relationships/notesSlide" Target="/ppt/notesSlides/notesSlide2.xml" Id="Rbe1f6f4dc4e843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740c1e6c2436b" /><Relationship Type="http://schemas.openxmlformats.org/officeDocument/2006/relationships/image" Target="/ppt/media/image3.png" Id="Rf8d3505f87a145a1" /><Relationship Type="http://schemas.openxmlformats.org/officeDocument/2006/relationships/image" Target="/ppt/media/image4.png" Id="R588c8b8842f948c0" /><Relationship Type="http://schemas.openxmlformats.org/officeDocument/2006/relationships/notesSlide" Target="/ppt/notesSlides/notesSlide3.xml" Id="R9550e61ad6d046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13c87d69a45ab" /><Relationship Type="http://schemas.openxmlformats.org/officeDocument/2006/relationships/image" Target="/ppt/media/image5.png" Id="R093c73a6431a440c" /><Relationship Type="http://schemas.openxmlformats.org/officeDocument/2006/relationships/notesSlide" Target="/ppt/notesSlides/notesSlide4.xml" Id="R78c75509e798467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14d1e2fd94c04" /><Relationship Type="http://schemas.openxmlformats.org/officeDocument/2006/relationships/image" Target="/ppt/media/image6.png" Id="R0b544c74446945db" /><Relationship Type="http://schemas.openxmlformats.org/officeDocument/2006/relationships/notesSlide" Target="/ppt/notesSlides/notesSlide5.xml" Id="R382a35f5549b4d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45ec77765e4565" /><Relationship Type="http://schemas.openxmlformats.org/officeDocument/2006/relationships/image" Target="/ppt/media/image7.png" Id="Raf20af33949849bc" /><Relationship Type="http://schemas.openxmlformats.org/officeDocument/2006/relationships/notesSlide" Target="/ppt/notesSlides/notesSlide6.xml" Id="R75e3569143844b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02253beaa499d" /><Relationship Type="http://schemas.openxmlformats.org/officeDocument/2006/relationships/image" Target="/ppt/media/image8.png" Id="R3c9bd82172f247a1" /><Relationship Type="http://schemas.openxmlformats.org/officeDocument/2006/relationships/notesSlide" Target="/ppt/notesSlides/notesSlide7.xml" Id="Rea710cb8f62b41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D5FB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F2B03-6447-438D-9051-4E5D5DA1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0487E8-3D42-4282-B8AD-FA415B97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223d20b1774bdc"/>
          <a:srcRect xmlns:a="http://schemas.openxmlformats.org/drawingml/2006/main" l="21771" t="0" r="217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29450" y="0"/>
            <a:ext cx="51625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94BC4-5B90-4D9F-AAD0-24DB6D91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000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tloc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F107C-7EE9-44A3-927A-9A83080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14625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Propuesta de landing 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7DFC2E-06AB-455F-86F4-6ABBE19BC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5905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Una solución para ganar visibilidad,</a:t>
            </a:r>
          </a:p>
          <a:p xmlns:a="http://schemas.openxmlformats.org/drawingml/2006/main">
            <a:pPr>
              <a:def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ordenar la marca y facilitar el contacto.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B41847-C735-40DC-BE9F-F450FFE7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DCE8FF"/>
                </a:solidFill>
                <a:latin typeface="Helvetica Neue"/>
                <a:ea typeface="Helvetica Neue"/>
                <a:cs typeface="Helvetica Neue"/>
              </a:rPr>
              <a:t>Septiembre de 2026</a:t>
            </a:r>
          </a:p>
        </p:txBody>
      </p:sp>
    </p:spTree>
    <p:extLst>
      <p:ext uri="{BB962C8B-B14F-4D97-AF65-F5344CB8AC3E}">
        <p14:creationId xmlns:p14="http://schemas.microsoft.com/office/powerpoint/2010/main" val="10161416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D77B34-378C-4E2F-A142-35E7FA6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DDD965-CB76-475B-807F-CC7F9D14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presencia que trabaje por TLOC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46D06C-8D9D-451B-A899-E85A69D9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92FB8-E2E8-477B-A264-2A1BF0C29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OPORTUNIDAD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B809E-FB7E-4D0A-BC51-80B2F922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905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TLOC ya tiene un producto</a:t>
            </a:r>
          </a:p>
          <a:p xmlns:a="http://schemas.openxmlformats.org/drawingml/2006/main">
            <a:pPr>
              <a:def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que merece verse mejor.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F9E442-66B4-4991-A8DF-2A7FA4FC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619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Una landing clara convierte la atención de redes</a:t>
            </a:r>
          </a:p>
          <a:p xmlns:a="http://schemas.openxmlformats.org/drawingml/2006/main">
            <a:pPr>
              <a:def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en una marca más visible, confiable y fácil de contactar.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9A9F4-6A88-419A-9087-933B6FBE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590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La competencia ya comunica en digital.</a:t>
            </a:r>
          </a:p>
          <a:p xmlns:a="http://schemas.openxmlformats.org/drawingml/2006/main">
            <a:pPr>
              <a:def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puede dar el siguiente paso.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f118fa7d444a"/>
          <a:srcRect xmlns:a="http://schemas.openxmlformats.org/drawingml/2006/main" l="16964" t="0" r="1696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05750" y="1676400"/>
            <a:ext cx="3524250" cy="4000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4D6B01-95B3-4A8E-B637-AC103B86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67400"/>
            <a:ext cx="352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Producto + marca + contacto</a:t>
            </a:r>
          </a:p>
        </p:txBody>
      </p:sp>
    </p:spTree>
    <p:extLst>
      <p:ext uri="{BB962C8B-B14F-4D97-AF65-F5344CB8AC3E}">
        <p14:creationId xmlns:p14="http://schemas.microsoft.com/office/powerpoint/2010/main" val="1174943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1F13F-8F5B-407F-92E1-5D2C99CF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65C31-1B7C-47C4-959D-154772E8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La propuesta se ve bien en cualquier pantalla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CC552-D168-4A1D-A2DE-90BC11D6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02D14-B171-478C-9772-C57AE3F6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EXPERIENCIA WEB Y MÓVIL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ACE62-9BE4-4766-9B3E-8E3792BC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37147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Una misma marca.</a:t>
            </a:r>
          </a:p>
          <a:p xmlns:a="http://schemas.openxmlformats.org/drawingml/2006/main">
            <a:pPr>
              <a:def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Dos formas de verla.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C189B-BAD6-4E4E-9DE1-2DBA6EC6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81375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Presentamos la landing en escritorio y celular</a:t>
            </a:r>
          </a:p>
          <a:p xmlns:a="http://schemas.openxmlformats.org/drawingml/2006/main">
            <a:pPr>
              <a:def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para que TLOC se vea profesional donde descubren la marca.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120773-8BE6-4FF9-911C-5BE8A24A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4762500" cy="2828925"/>
          </a:xfrm>
          <a:prstGeom xmlns:a="http://schemas.openxmlformats.org/drawingml/2006/main" prst="roundRect">
            <a:avLst>
              <a:gd name="adj" fmla="val 5387"/>
            </a:avLst>
          </a:prstGeom>
          <a:solidFill xmlns:a="http://schemas.openxmlformats.org/drawingml/2006/main">
            <a:srgbClr val="DCE6F7"/>
          </a:solidFill>
          <a:ln xmlns:a="http://schemas.openxmlformats.org/drawingml/2006/main" w="0">
            <a:solidFill>
              <a:srgbClr val="DCE6F7"/>
            </a:solidFill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d3505f87a145a1"/>
          <a:srcRect xmlns:a="http://schemas.openxmlformats.org/drawingml/2006/main" l="0" t="14799" r="0" b="147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29250" y="1971675"/>
            <a:ext cx="4419600" cy="2333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DE959-22E6-4A07-9DA4-D3852B5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10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VERSIÓN WEB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595B8-E0C8-435F-9EB4-AB11B0F6C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71675"/>
            <a:ext cx="1257300" cy="26098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4223C"/>
          </a:solidFill>
          <a:ln xmlns:a="http://schemas.openxmlformats.org/drawingml/2006/main" w="0">
            <a:solidFill>
              <a:srgbClr val="14223C"/>
            </a:solidFill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c8b8842f948c0"/>
          <a:srcRect xmlns:a="http://schemas.openxmlformats.org/drawingml/2006/main" l="32203" t="0" r="322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2095500"/>
            <a:ext cx="1066800" cy="22479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72A54-0A56-4226-A469-6E6D844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6863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MÓVIL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7FB29E-1004-4837-9ECA-95FACCF9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1049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4FB95E-3674-4771-BB2A-28F48457C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29275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Aquí dejaré el enlace del prototipo para que lo revises con TLOC: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96CD0F-A1E4-418B-853D-25D9D36E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257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[ PEGAR LINK AQUÍ ]</a:t>
            </a:r>
          </a:p>
        </p:txBody>
      </p:sp>
    </p:spTree>
    <p:extLst>
      <p:ext uri="{BB962C8B-B14F-4D97-AF65-F5344CB8AC3E}">
        <p14:creationId xmlns:p14="http://schemas.microsoft.com/office/powerpoint/2010/main" val="556252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8FAF5-B273-4B14-9CEF-188A6AE7A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438493-104A-4763-B522-A5511DDB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Qué recibe TLOC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09A5B-CA29-4D43-8021-90A4C3C48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95DB1D-2F4E-48EC-A7F1-D48600C8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LANDING COMPLETA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3c73a6431a440c"/>
          <a:srcRect xmlns:a="http://schemas.openxmlformats.org/drawingml/2006/main" l="0" t="13886" r="0" b="13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33600"/>
            <a:ext cx="3952875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62E78-734D-4443-B92D-06A79A92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90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F5086-DCF8-417A-A105-A88AF4B2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17170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Portada que presenta la marca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4BB91D-0399-49EE-8FD3-FC52118F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33725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6761D-23BD-4F81-81C6-63A0614E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114675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Sabores, boxes y promociones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EE26DF-5BED-4A8A-AB36-E6D0DFCE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076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D108EF-EF2B-49AE-96F3-B804C42D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576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WhatsApp, redes, ubicación y horarios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108D8C-BAA4-4BA5-8049-2B01559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03872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Diseño adaptable a laptop y celular, con contenido que TLOC podrá actualizar mediante soporte.</a:t>
            </a:r>
          </a:p>
        </p:txBody>
      </p:sp>
    </p:spTree>
    <p:extLst>
      <p:ext uri="{BB962C8B-B14F-4D97-AF65-F5344CB8AC3E}">
        <p14:creationId xmlns:p14="http://schemas.microsoft.com/office/powerpoint/2010/main" val="17150767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35C364-1D5D-468D-A1B3-EFA01F1C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73001D-1E6D-4F78-B5E7-1948F5AE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Tiempo e inversión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1DE13-5ABF-4EAA-9442-D3D526F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8264E-A524-4691-A70E-C449F44F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MÁXIMO 2 SEMANAS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933523-0B38-4B7E-B0B3-18C8DB7B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52387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E9EFFB"/>
          </a:solidFill>
          <a:ln xmlns:a="http://schemas.openxmlformats.org/drawingml/2006/main" w="0">
            <a:solidFill>
              <a:srgbClr val="E9EFF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5EF82-E96E-47D8-AB23-D1D19E46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66F4DD-3BAB-4B2C-8BED-BA57A11E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71775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Contenido y diseño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CFB7B5-2EDF-4910-81D5-7FFF06C2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766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SEMANA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CC1A-ADCB-48E7-909F-9A155721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Desarrollo y entrega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44c74446945db"/>
          <a:srcRect xmlns:a="http://schemas.openxmlformats.org/drawingml/2006/main" l="3245" t="0" r="32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05550" y="2105025"/>
            <a:ext cx="2152650" cy="2876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16E406-40B2-4184-9EDB-F0489F88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105025"/>
            <a:ext cx="2857500" cy="2876550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7CA04B-E85E-4966-936B-9069A188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457450"/>
            <a:ext cx="24288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499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3A700B-FB89-4415-82C7-FF8E5CA3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290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Landing page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F69E03-428A-4BC0-8791-0689CEDD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★★★★★★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870FEA-1404-406A-8F5D-2359E5F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4340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60 % de descuento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AB53BE-6177-4BBB-BB22-CA12EB4A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visibilidad.</a:t>
            </a:r>
          </a:p>
          <a:p xmlns:a="http://schemas.openxmlformats.org/drawingml/2006/main">
            <a:pPr>
              <a:def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Más confianza para la marca.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7B69E5-0720-47F8-B45F-E2825B88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436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Precio final de la landing. El dominio y el soporte mensual se detallan en la siguiente propuesta.</a:t>
            </a:r>
          </a:p>
        </p:txBody>
      </p:sp>
    </p:spTree>
    <p:extLst>
      <p:ext uri="{BB962C8B-B14F-4D97-AF65-F5344CB8AC3E}">
        <p14:creationId xmlns:p14="http://schemas.microsoft.com/office/powerpoint/2010/main" val="13210386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C105B2-35DD-4C6E-8183-AAE57216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21A04-7463-4948-9A5A-3DB9490C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y soporte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AF9E5-BCD8-4607-8619-39C7A40C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13C7E7-A261-4DC6-A777-D0F1612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COSTOS CLAROS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0af33949849bc"/>
          <a:srcRect xmlns:a="http://schemas.openxmlformats.org/drawingml/2006/main" l="15570" t="0" r="155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2152650"/>
            <a:ext cx="2990850" cy="32575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6A89D-DB76-4925-8573-B3266B02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238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USD 15 a 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EA9D6D-5C5A-4EC0-9B84-9F043FE5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Dominio anual estimado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0254B-C00C-41D4-A452-E5C6B845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81375"/>
            <a:ext cx="3714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Nombre a conversar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según disponibilidad.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5B9CA1-C603-460B-8691-DC89DB6ED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52650"/>
            <a:ext cx="3486150" cy="32575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D7AC0-3046-4E8F-B9C1-347D7862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49555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S/ 19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662D08-7917-43C2-99D2-B956637F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28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 mes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FB530-8BD4-46D9-8B29-060135A5A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714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Soporte para cambios pequeños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8FBCC-81C5-448C-AA3E-689DED1C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495800"/>
            <a:ext cx="2714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Horarios, textos, precios, fotos y promociones.</a:t>
            </a:r>
          </a:p>
          <a:p xmlns:a="http://schemas.openxmlformats.org/drawingml/2006/main">
            <a:pPr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Con material de TLOC.</a:t>
            </a:r>
          </a:p>
          <a:p xmlns:a="http://schemas.openxmlformats.org/drawingml/2006/main">
            <a:pPr>
              <a:def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EDF2FE"/>
                </a:solidFill>
                <a:latin typeface="Helvetica Neue"/>
                <a:ea typeface="Helvetica Neue"/>
                <a:cs typeface="Helvetica Neue"/>
              </a:rPr>
              <a:t>Cada cambio se coordina con su plazo.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9DD896-25B4-47F7-8A6C-45FB3731F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El dominio se paga aparte. El soporte comienza cuando se publique la landing.</a:t>
            </a:r>
          </a:p>
        </p:txBody>
      </p:sp>
    </p:spTree>
    <p:extLst>
      <p:ext uri="{BB962C8B-B14F-4D97-AF65-F5344CB8AC3E}">
        <p14:creationId xmlns:p14="http://schemas.microsoft.com/office/powerpoint/2010/main" val="1456101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78B5C0-96B9-42B2-BF54-57F14D19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609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TLOC / PROPUESTA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4E496-C8E7-4368-94F2-5006BF4E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El siguiente paso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82CC9-F4AC-4A81-9FB1-F24BF6B1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2F435E-DE0F-47D5-A2F7-B6FB76D6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UNA BASE PARA CRECER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670DB-546B-4308-9C9E-6AEC399D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286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Primero hacemos visible la marca.</a:t>
            </a:r>
          </a:p>
          <a:p xmlns:a="http://schemas.openxmlformats.org/drawingml/2006/main">
            <a:pPr>
              <a:def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223C"/>
                </a:solidFill>
                <a:latin typeface="Helvetica Neue"/>
                <a:ea typeface="Helvetica Neue"/>
                <a:cs typeface="Helvetica Neue"/>
              </a:rPr>
              <a:t>Después ampliamos la operación.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432DD-9B03-4FB6-B499-26AA67E6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62325"/>
            <a:ext cx="666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La landing puede evolucionar a un sistema de pedidos,</a:t>
            </a:r>
          </a:p>
          <a:p xmlns:a="http://schemas.openxmlformats.org/drawingml/2006/main">
            <a:pPr>
              <a:def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96579"/>
                </a:solidFill>
                <a:latin typeface="Helvetica Neue"/>
                <a:ea typeface="Helvetica Neue"/>
                <a:cs typeface="Helvetica Neue"/>
              </a:rPr>
              <a:t>facturación, boletas e impresión según la necesidad de TLOC.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bd82172f247a1"/>
          <a:srcRect xmlns:a="http://schemas.openxmlformats.org/drawingml/2006/main" l="0" t="10857" r="0" b="108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43875" y="1819275"/>
            <a:ext cx="3333750" cy="26098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162558-40D2-469B-9F3A-FD4537CE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10877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5FBE"/>
          </a:solidFill>
          <a:ln xmlns:a="http://schemas.openxmlformats.org/drawingml/2006/main" w="0">
            <a:solidFill>
              <a:srgbClr val="2D5FB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A5F9E-286C-4EC5-89E8-61D9B20F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29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Link del prototipo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F18E70-EA93-4EB9-804A-13BB55A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196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6ACCA"/>
                </a:solidFill>
                <a:latin typeface="Helvetica Neue"/>
                <a:ea typeface="Helvetica Neue"/>
                <a:cs typeface="Helvetica Neue"/>
              </a:rPr>
              <a:t>[ PEGAR LINK AQUÍ 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199CF-93BF-4534-BF70-615F0B6B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05525"/>
            <a:ext cx="1066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D5FBE"/>
                </a:solidFill>
                <a:latin typeface="Helvetica Neue"/>
                <a:ea typeface="Helvetica Neue"/>
                <a:cs typeface="Helvetica Neue"/>
              </a:rPr>
              <a:t>Propuesta inicial: S/ 499 · Plazo: 2 semanas · Soporte: S/ 19 al mes</a:t>
            </a:r>
          </a:p>
        </p:txBody>
      </p:sp>
    </p:spTree>
    <p:extLst>
      <p:ext uri="{BB962C8B-B14F-4D97-AF65-F5344CB8AC3E}">
        <p14:creationId xmlns:p14="http://schemas.microsoft.com/office/powerpoint/2010/main" val="800058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2026-09-06T01:37:29.3550000Z</dcterms:created>
  <dcterms:modified xsi:type="dcterms:W3CDTF">2026-09-06T01:37:29.3550000Z</dcterms:modified>
</coreProperties>
</file>