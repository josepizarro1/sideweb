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6a8c5f3fc64c01" /><Relationship Type="http://schemas.openxmlformats.org/officeDocument/2006/relationships/extended-properties" Target="/docProps/app.xml" Id="Re222afbbd4d14991" /><Relationship Type="http://schemas.openxmlformats.org/officeDocument/2006/relationships/officeDocument" Target="/ppt/presentation.xml" Id="R9d360169e694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b565aafcd64ab1"/>
  </p:sldMasterIdLst>
  <p:notesMasterIdLst>
    <p:notesMasterId xmlns:r="http://schemas.openxmlformats.org/officeDocument/2006/relationships" r:id="R2817318cfad24ecd"/>
  </p:notesMasterIdLst>
  <p:sldIdLst>
    <p:sldId xmlns:r="http://schemas.openxmlformats.org/officeDocument/2006/relationships" id="256" r:id="Re63a2d205c8744be"/>
    <p:sldId xmlns:r="http://schemas.openxmlformats.org/officeDocument/2006/relationships" id="257" r:id="Rdecb1ee4155b4e12"/>
    <p:sldId xmlns:r="http://schemas.openxmlformats.org/officeDocument/2006/relationships" id="258" r:id="R3f2fa843620a4865"/>
    <p:sldId xmlns:r="http://schemas.openxmlformats.org/officeDocument/2006/relationships" id="259" r:id="R647d733c66ec42e8"/>
    <p:sldId xmlns:r="http://schemas.openxmlformats.org/officeDocument/2006/relationships" id="260" r:id="Ra908d6fdd3994f2b"/>
    <p:sldId xmlns:r="http://schemas.openxmlformats.org/officeDocument/2006/relationships" id="261" r:id="R90e63edcde2f4a3c"/>
    <p:sldId xmlns:r="http://schemas.openxmlformats.org/officeDocument/2006/relationships" id="262" r:id="R1036483783264a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cbd65044d425b" /><Relationship Type="http://schemas.openxmlformats.org/officeDocument/2006/relationships/slideMaster" Target="/ppt/slideMasters/slideMaster1.xml" Id="R08b565aafcd64ab1" /><Relationship Type="http://schemas.openxmlformats.org/officeDocument/2006/relationships/notesMaster" Target="/ppt/notesMasters/notesMaster1.xml" Id="R2817318cfad24ecd" /><Relationship Type="http://schemas.openxmlformats.org/officeDocument/2006/relationships/presProps" Target="/ppt/presProps.xml" Id="R658e43ad2be24b70" /><Relationship Type="http://schemas.openxmlformats.org/officeDocument/2006/relationships/tableStyles" Target="/ppt/tableStyles.xml" Id="R5f37836658664a6c" /><Relationship Type="http://schemas.openxmlformats.org/officeDocument/2006/relationships/slide" Target="/ppt/slides/slide1.xml" Id="Re63a2d205c8744be" /><Relationship Type="http://schemas.openxmlformats.org/officeDocument/2006/relationships/slide" Target="/ppt/slides/slide2.xml" Id="Rdecb1ee4155b4e12" /><Relationship Type="http://schemas.openxmlformats.org/officeDocument/2006/relationships/slide" Target="/ppt/slides/slide3.xml" Id="R3f2fa843620a4865" /><Relationship Type="http://schemas.openxmlformats.org/officeDocument/2006/relationships/slide" Target="/ppt/slides/slide4.xml" Id="R647d733c66ec42e8" /><Relationship Type="http://schemas.openxmlformats.org/officeDocument/2006/relationships/slide" Target="/ppt/slides/slide5.xml" Id="Ra908d6fdd3994f2b" /><Relationship Type="http://schemas.openxmlformats.org/officeDocument/2006/relationships/slide" Target="/ppt/slides/slide6.xml" Id="R90e63edcde2f4a3c" /><Relationship Type="http://schemas.openxmlformats.org/officeDocument/2006/relationships/slide" Target="/ppt/slides/slide7.xml" Id="R1036483783264a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987000704c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add22d4304b85" /><Relationship Type="http://schemas.openxmlformats.org/officeDocument/2006/relationships/notesMaster" Target="/ppt/notesMasters/notesMaster1.xml" Id="R6f882183bbc240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dfbc670d1d4bed" /><Relationship Type="http://schemas.openxmlformats.org/officeDocument/2006/relationships/notesMaster" Target="/ppt/notesMasters/notesMaster1.xml" Id="Rcccfba67e18343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a49c3e87c94837" /><Relationship Type="http://schemas.openxmlformats.org/officeDocument/2006/relationships/notesMaster" Target="/ppt/notesMasters/notesMaster1.xml" Id="Rf09ddd88c680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2ed71c4cf4195" /><Relationship Type="http://schemas.openxmlformats.org/officeDocument/2006/relationships/notesMaster" Target="/ppt/notesMasters/notesMaster1.xml" Id="Rae039a31432147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ccb71d23944df" /><Relationship Type="http://schemas.openxmlformats.org/officeDocument/2006/relationships/notesMaster" Target="/ppt/notesMasters/notesMaster1.xml" Id="R1e3ae3ad4ff7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d88b6375e7427d" /><Relationship Type="http://schemas.openxmlformats.org/officeDocument/2006/relationships/notesMaster" Target="/ppt/notesMasters/notesMaster1.xml" Id="Rb5a03f87b1fa4b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e2d1c596ed4ce5" /><Relationship Type="http://schemas.openxmlformats.org/officeDocument/2006/relationships/notesMaster" Target="/ppt/notesMasters/notesMaster1.xml" Id="R4b8671343b2746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 una propuesta de landing para TLOC. Imagen proveniente de los recursos de marca disponibles en public/tlock.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c55615b0f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6b2d392a784a5f" /><Relationship Type="http://schemas.openxmlformats.org/officeDocument/2006/relationships/slideLayout" Target="/ppt/slideLayouts/slideLayout1.xml" Id="R068e057d6acf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e057d6acf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07c4809634761" /><Relationship Type="http://schemas.openxmlformats.org/officeDocument/2006/relationships/image" Target="/ppt/media/image.png" Id="Rc694d2547a894d24" /><Relationship Type="http://schemas.openxmlformats.org/officeDocument/2006/relationships/notesSlide" Target="/ppt/notesSlides/notesSlide1.xml" Id="Rc6297ebff3b543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2705f1a334450" /><Relationship Type="http://schemas.openxmlformats.org/officeDocument/2006/relationships/image" Target="/ppt/media/image2.png" Id="R35c248c8f6c84b27" /><Relationship Type="http://schemas.openxmlformats.org/officeDocument/2006/relationships/notesSlide" Target="/ppt/notesSlides/notesSlide2.xml" Id="R55df377342ba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3c13c56ca4062" /><Relationship Type="http://schemas.openxmlformats.org/officeDocument/2006/relationships/image" Target="/ppt/media/image3.png" Id="Rcc51cb8eacae4027" /><Relationship Type="http://schemas.openxmlformats.org/officeDocument/2006/relationships/image" Target="/ppt/media/image4.png" Id="R256be92bd6af4f08" /><Relationship Type="http://schemas.openxmlformats.org/officeDocument/2006/relationships/notesSlide" Target="/ppt/notesSlides/notesSlide3.xml" Id="R57512769f7134a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2ec8f2af640c7" /><Relationship Type="http://schemas.openxmlformats.org/officeDocument/2006/relationships/image" Target="/ppt/media/image5.png" Id="R727f157b3ca94aec" /><Relationship Type="http://schemas.openxmlformats.org/officeDocument/2006/relationships/notesSlide" Target="/ppt/notesSlides/notesSlide4.xml" Id="R53ee12f784e74e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6bf6c264547ce" /><Relationship Type="http://schemas.openxmlformats.org/officeDocument/2006/relationships/image" Target="/ppt/media/image6.png" Id="R47c7d5badf1648c5" /><Relationship Type="http://schemas.openxmlformats.org/officeDocument/2006/relationships/notesSlide" Target="/ppt/notesSlides/notesSlide5.xml" Id="Rcf667e70a44846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0566060794833" /><Relationship Type="http://schemas.openxmlformats.org/officeDocument/2006/relationships/image" Target="/ppt/media/image7.png" Id="R08fd39ad2c9544b7" /><Relationship Type="http://schemas.openxmlformats.org/officeDocument/2006/relationships/notesSlide" Target="/ppt/notesSlides/notesSlide6.xml" Id="R48d0b2d347294f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d2d5645864ffd" /><Relationship Type="http://schemas.openxmlformats.org/officeDocument/2006/relationships/image" Target="/ppt/media/image8.png" Id="R6699197ccc434666" /><Relationship Type="http://schemas.openxmlformats.org/officeDocument/2006/relationships/notesSlide" Target="/ppt/notesSlides/notesSlide7.xml" Id="R5f9aa43f6d6345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5F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2AAC4-6FCA-4E12-B9BA-E0B321C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EFE95-A950-4414-88A8-A73EAB0E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4d2547a894d24"/>
          <a:srcRect xmlns:a="http://schemas.openxmlformats.org/drawingml/2006/main" l="21771" t="0" r="21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3BDAA-0C33-47B8-95B6-7262BDD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00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tloc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A2855-1976-4324-B436-A3F3E3E2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Propuesta de landing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A14B9-CAB5-4839-962A-F5414CC8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Una solución para ganar visibilidad,</a:t>
            </a:r>
          </a:p>
          <a:p xmlns:a="http://schemas.openxmlformats.org/drawingml/2006/main"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ordenar la marca y facilitar el contacto.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3B8AC-3E40-44F9-ABDF-CF51D0B5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740655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04BA4-D18C-40BA-A89F-4904C89F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67419-5ADE-401E-A59E-36F61F94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presencia que trabaje por TLOC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B4160-F492-458C-B812-5AB2CFE0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CFC67-B257-4DCC-AED6-C7EC016C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OPORTUNIDAD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ABB4D-95BB-47E8-ADC6-7ED1599E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TLOC ya tiene un producto</a:t>
            </a:r>
          </a:p>
          <a:p xmlns:a="http://schemas.openxmlformats.org/drawingml/2006/main">
            <a:pPr>
              <a:def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que merece verse mejor.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9C337-60AC-471E-9FFC-C208527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Una landing clara convierte la atención de redes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en una marca más visible, confiable y fácil de contactar.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E631D-4182-4200-A567-3CDAC327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competencia ya comunica en digital.</a:t>
            </a:r>
          </a:p>
          <a:p xmlns:a="http://schemas.openxmlformats.org/drawingml/2006/main">
            <a:pPr>
              <a:def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puede dar el siguiente paso.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248c8f6c84b27"/>
          <a:srcRect xmlns:a="http://schemas.openxmlformats.org/drawingml/2006/main" l="16964" t="0" r="169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676400"/>
            <a:ext cx="3524250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0E572-3573-47CF-B4D3-CB60A8FD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674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Producto + marca + contacto</a:t>
            </a:r>
          </a:p>
        </p:txBody>
      </p:sp>
    </p:spTree>
    <p:extLst>
      <p:ext uri="{BB962C8B-B14F-4D97-AF65-F5344CB8AC3E}">
        <p14:creationId xmlns:p14="http://schemas.microsoft.com/office/powerpoint/2010/main" val="1727085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E1EB2-6EF5-4599-889E-780F110D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223E4-FC5C-4B01-B7B2-47959950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La propuesta se ve bien en cualquier pantalla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0CFCC-9E9B-4F19-8EC2-C5DB3809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A60D2-929D-4E69-8091-12F75F8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EXPERIENCIA WEB Y MÓVIL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B9E27-40F4-4D39-8DE6-2ADE672E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714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misma marca.</a:t>
            </a:r>
          </a:p>
          <a:p xmlns:a="http://schemas.openxmlformats.org/drawingml/2006/main">
            <a:pPr>
              <a:def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Dos formas de verla.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A1085-6E87-4AE8-ACAA-7088DF37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Presentamos la landing en escritorio y celular</a:t>
            </a:r>
          </a:p>
          <a:p xmlns:a="http://schemas.openxmlformats.org/drawingml/2006/main"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para que TLOC se vea profesional donde descubren la marca.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B9DA9-A049-4529-999A-6FFAE05C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47625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DCE6F7"/>
          </a:solidFill>
          <a:ln xmlns:a="http://schemas.openxmlformats.org/drawingml/2006/main" w="0">
            <a:solidFill>
              <a:srgbClr val="DCE6F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1cb8eacae4027"/>
          <a:srcRect xmlns:a="http://schemas.openxmlformats.org/drawingml/2006/main" l="0" t="14799" r="0" b="1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971675"/>
            <a:ext cx="441960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DF60B-FF6E-40BB-AEC7-493C67D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10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VERSIÓN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6F54E-85B7-4E82-A609-D52CBB7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71675"/>
            <a:ext cx="1257300" cy="26098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C"/>
          </a:solidFill>
          <a:ln xmlns:a="http://schemas.openxmlformats.org/drawingml/2006/main" w="0">
            <a:solidFill>
              <a:srgbClr val="14223C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be92bd6af4f08"/>
          <a:srcRect xmlns:a="http://schemas.openxmlformats.org/drawingml/2006/main" l="32203" t="0" r="322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0" y="2095500"/>
            <a:ext cx="106680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6696E-E5AD-407C-9373-750E6014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86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MÓVIL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68805-23BB-4CC2-BDE8-54F12F1F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104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EFFB"/>
          </a:solidFill>
          <a:ln xmlns:a="http://schemas.openxmlformats.org/drawingml/2006/main" w="0">
            <a:solidFill>
              <a:srgbClr val="E9EFF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4E50E-17E0-440F-9DEC-41BC0ED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Aquí dejaré el enlace del prototipo para que lo revises con TLOC: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1331C-09F8-40DA-BD7C-E8A2D799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[ PEGAR LINK AQUÍ ]</a:t>
            </a:r>
          </a:p>
        </p:txBody>
      </p:sp>
    </p:spTree>
    <p:extLst>
      <p:ext uri="{BB962C8B-B14F-4D97-AF65-F5344CB8AC3E}">
        <p14:creationId xmlns:p14="http://schemas.microsoft.com/office/powerpoint/2010/main" val="174758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07D27-9FA9-4C8D-926F-74B15338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DD858-BEE5-4BD8-8306-87CF7BF8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Qué recibe TLOC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AFE14-86A8-4F84-B215-9C5CE3E3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690EB-9666-4F3A-8147-9BC1557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UNA LANDING COMPLETA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f157b3ca94aec"/>
          <a:srcRect xmlns:a="http://schemas.openxmlformats.org/drawingml/2006/main" l="0" t="13886" r="0" b="13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3952875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5C7FF-363B-4018-BBA4-0EFE255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A8EEE-EBA7-4AD7-B16C-2FAA52EB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Portada que presenta la marca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8CA03-0A63-43B2-99CC-4B8ACF5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33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01FA3-EB8B-4C4A-8DBC-853413D1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146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Sabores, boxes y promociones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C7E8E-CD52-46DA-A2EC-9321F7A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F95CD-DF28-4FAE-BDD2-FA788DE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57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WhatsApp, redes, ubicación y horarios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7F428-2258-4EE6-9BBA-C9BD3A8C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3872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Diseño adaptable a laptop y celular, con contenido que TLOC podrá actualizar mediante soporte.</a:t>
            </a:r>
          </a:p>
        </p:txBody>
      </p:sp>
    </p:spTree>
    <p:extLst>
      <p:ext uri="{BB962C8B-B14F-4D97-AF65-F5344CB8AC3E}">
        <p14:creationId xmlns:p14="http://schemas.microsoft.com/office/powerpoint/2010/main" val="1008788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E146D-3A53-4FE5-ABAD-0E902B3D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D7DD5-BB50-430C-9763-A7F64041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Tiempo e inversión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47CC9-95F3-4859-9CC4-97789CFA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4436F-DB06-48AD-B6B5-C87992D1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MÁXIMO 2 SEMANAS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16CA1-A59F-44AE-B31E-A2147F96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387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E9EFFB"/>
          </a:solidFill>
          <a:ln xmlns:a="http://schemas.openxmlformats.org/drawingml/2006/main" w="0">
            <a:solidFill>
              <a:srgbClr val="E9EFF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1A9E9-6194-46F9-A66E-504A895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E0AA3-12BE-446D-BB19-C5C9BED1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Contenido y diseño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BA31A-E4DF-4FC6-B0FC-464A92F5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87730-C5DE-422C-88FF-F97459C4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Desarrollo y entrega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7d5badf1648c5"/>
          <a:srcRect xmlns:a="http://schemas.openxmlformats.org/drawingml/2006/main" l="3245" t="0" r="32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105025"/>
            <a:ext cx="2152650" cy="2876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A072C-2BC3-42E0-8B02-2CAFAD3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05025"/>
            <a:ext cx="2857500" cy="28765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D8FC2-3694-49A5-B666-40A9CED7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2428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499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1C50D-7511-4942-8293-15CB205A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Landing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4E19F-3AFB-4675-B8F3-66A59182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★★★★★★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DA22D-83B2-4B0D-9531-299EED55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434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60 % de descuento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17FF9-F1E9-4433-A4B4-F175E6A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Más visibilidad.</a:t>
            </a:r>
          </a:p>
          <a:p xmlns:a="http://schemas.openxmlformats.org/drawingml/2006/main">
            <a:pPr>
              <a:def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Más confianza para la marca.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BEF59-E572-4EE4-AC45-DF8CD44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Precio final de la landing. El dominio y el soporte mensual se detallan en la siguiente propuesta.</a:t>
            </a:r>
          </a:p>
        </p:txBody>
      </p:sp>
    </p:spTree>
    <p:extLst>
      <p:ext uri="{BB962C8B-B14F-4D97-AF65-F5344CB8AC3E}">
        <p14:creationId xmlns:p14="http://schemas.microsoft.com/office/powerpoint/2010/main" val="1428442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85BCC-EC3D-41F5-8E37-E6A1188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61D44-9FAA-470D-93E3-0D2EC036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y soporte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F4388-85EF-4016-BDAB-BD4D2E37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56E41-B097-4490-A83D-2FF47EC1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COSTOS CLAROS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d39ad2c9544b7"/>
          <a:srcRect xmlns:a="http://schemas.openxmlformats.org/drawingml/2006/main" l="15570" t="0" r="155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299085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2BED5-F463-470C-ABFD-3A45436D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383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USD 15 a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D74DF-7E07-4921-AA96-CC5EFF2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622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anual estimado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B92CA-AE4C-4552-B236-060E8174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813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Nombre a conversar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según disponibilidad.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EB4AE-A354-4DAD-A97D-19876C0C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48615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831CF-53EF-4150-819C-ED2EDF9A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9555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67F40-73C0-4069-A707-0BA1FC0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289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 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61544-6072-454C-BBF1-F25A062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Soporte para cambios pequeños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05573-8A06-476F-BD76-223B827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958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Horarios, textos, precios,</a:t>
            </a:r>
          </a:p>
          <a:p xmlns:a="http://schemas.openxmlformats.org/drawingml/2006/main">
            <a:pPr>
              <a:def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fotos y promociones con material de TLOC.</a:t>
            </a:r>
          </a:p>
          <a:p xmlns:a="http://schemas.openxmlformats.org/drawingml/2006/main">
            <a:pPr>
              <a:def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Cada cambio se coordina con su plazo.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BD38C-D9B1-4B3A-96FD-B3D2A768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El dominio se paga aparte. El soporte comienza cuando se publique la landing.</a:t>
            </a:r>
          </a:p>
        </p:txBody>
      </p:sp>
    </p:spTree>
    <p:extLst>
      <p:ext uri="{BB962C8B-B14F-4D97-AF65-F5344CB8AC3E}">
        <p14:creationId xmlns:p14="http://schemas.microsoft.com/office/powerpoint/2010/main" val="1509178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4AAC7-C12E-402C-AD4A-317F14C3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012D5-DD79-419E-9119-23D03A85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El siguiente paso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7648B-501D-492B-920C-A2725606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DF4E7-73E7-4D52-9424-5159B05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UNA BASE PARA CRECER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44193-4CA1-43A2-A4DF-92E6D25C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Primero hacemos visible la marca.</a:t>
            </a:r>
          </a:p>
          <a:p xmlns:a="http://schemas.openxmlformats.org/drawingml/2006/main"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Después ampliamos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5BEE8-908D-40EE-B008-5E03BB61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La landing puede evolucionar a un sistema de pedidos,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facturación, boletas e impresión según la necesidad de TLOC.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9197ccc434666"/>
          <a:srcRect xmlns:a="http://schemas.openxmlformats.org/drawingml/2006/main" l="0" t="10857" r="0" b="10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1819275"/>
            <a:ext cx="3333750" cy="2609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E39DA-E291-43A3-8FF5-87158547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77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A4307-37D9-4FF7-99EC-2B509E49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29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Link del prototipo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590F9-235F-42AD-86F8-FF7A188E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[ PEGAR LINK AQUÍ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EACD9-3DEE-4304-970B-54B5C888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Propuesta inicial: S/ 499 · Plazo: 2 semanas · Soporte: S/ 19 al mes</a:t>
            </a:r>
          </a:p>
        </p:txBody>
      </p:sp>
    </p:spTree>
    <p:extLst>
      <p:ext uri="{BB962C8B-B14F-4D97-AF65-F5344CB8AC3E}">
        <p14:creationId xmlns:p14="http://schemas.microsoft.com/office/powerpoint/2010/main" val="854136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2026-09-06T01:36:50.0860000Z</dcterms:created>
  <dcterms:modified xsi:type="dcterms:W3CDTF">2026-09-06T01:36:50.0860000Z</dcterms:modified>
</coreProperties>
</file>