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687b78f58e4d2a" /><Relationship Type="http://schemas.openxmlformats.org/officeDocument/2006/relationships/extended-properties" Target="/docProps/app.xml" Id="Rfd67d9f3721544ca" /><Relationship Type="http://schemas.openxmlformats.org/officeDocument/2006/relationships/officeDocument" Target="/ppt/presentation.xml" Id="Rfb0c47afbc3344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dfb7d532404bc6"/>
  </p:sldMasterIdLst>
  <p:notesMasterIdLst>
    <p:notesMasterId xmlns:r="http://schemas.openxmlformats.org/officeDocument/2006/relationships" r:id="R11d568299c1641cb"/>
  </p:notesMasterIdLst>
  <p:sldIdLst>
    <p:sldId xmlns:r="http://schemas.openxmlformats.org/officeDocument/2006/relationships" id="256" r:id="R3f6c1e08485b435d"/>
    <p:sldId xmlns:r="http://schemas.openxmlformats.org/officeDocument/2006/relationships" id="257" r:id="R042cb3d1af414626"/>
    <p:sldId xmlns:r="http://schemas.openxmlformats.org/officeDocument/2006/relationships" id="258" r:id="R689a6abd8d7d4a35"/>
    <p:sldId xmlns:r="http://schemas.openxmlformats.org/officeDocument/2006/relationships" id="259" r:id="Ra377815ba3ab446a"/>
    <p:sldId xmlns:r="http://schemas.openxmlformats.org/officeDocument/2006/relationships" id="260" r:id="R4521a167bcfd4841"/>
    <p:sldId xmlns:r="http://schemas.openxmlformats.org/officeDocument/2006/relationships" id="261" r:id="R9749d30ec6f54c28"/>
    <p:sldId xmlns:r="http://schemas.openxmlformats.org/officeDocument/2006/relationships" id="262" r:id="Rd0e0a40fb0dc48a2"/>
    <p:sldId xmlns:r="http://schemas.openxmlformats.org/officeDocument/2006/relationships" id="263" r:id="R5b77a7d91e814101"/>
    <p:sldId xmlns:r="http://schemas.openxmlformats.org/officeDocument/2006/relationships" id="264" r:id="R5082736cf11043ef"/>
    <p:sldId xmlns:r="http://schemas.openxmlformats.org/officeDocument/2006/relationships" id="265" r:id="Rff6c0138b0b149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25f1c148c94e6d" /><Relationship Type="http://schemas.openxmlformats.org/officeDocument/2006/relationships/slideMaster" Target="/ppt/slideMasters/slideMaster1.xml" Id="R96dfb7d532404bc6" /><Relationship Type="http://schemas.openxmlformats.org/officeDocument/2006/relationships/notesMaster" Target="/ppt/notesMasters/notesMaster1.xml" Id="R11d568299c1641cb" /><Relationship Type="http://schemas.openxmlformats.org/officeDocument/2006/relationships/presProps" Target="/ppt/presProps.xml" Id="R3f8b7b13da1044e8" /><Relationship Type="http://schemas.openxmlformats.org/officeDocument/2006/relationships/tableStyles" Target="/ppt/tableStyles.xml" Id="Reb996be448b94440" /><Relationship Type="http://schemas.openxmlformats.org/officeDocument/2006/relationships/slide" Target="/ppt/slides/slide1.xml" Id="R3f6c1e08485b435d" /><Relationship Type="http://schemas.openxmlformats.org/officeDocument/2006/relationships/slide" Target="/ppt/slides/slide2.xml" Id="R042cb3d1af414626" /><Relationship Type="http://schemas.openxmlformats.org/officeDocument/2006/relationships/slide" Target="/ppt/slides/slide3.xml" Id="R689a6abd8d7d4a35" /><Relationship Type="http://schemas.openxmlformats.org/officeDocument/2006/relationships/slide" Target="/ppt/slides/slide4.xml" Id="Ra377815ba3ab446a" /><Relationship Type="http://schemas.openxmlformats.org/officeDocument/2006/relationships/slide" Target="/ppt/slides/slide5.xml" Id="R4521a167bcfd4841" /><Relationship Type="http://schemas.openxmlformats.org/officeDocument/2006/relationships/slide" Target="/ppt/slides/slide6.xml" Id="R9749d30ec6f54c28" /><Relationship Type="http://schemas.openxmlformats.org/officeDocument/2006/relationships/slide" Target="/ppt/slides/slide7.xml" Id="Rd0e0a40fb0dc48a2" /><Relationship Type="http://schemas.openxmlformats.org/officeDocument/2006/relationships/slide" Target="/ppt/slides/slide8.xml" Id="R5b77a7d91e814101" /><Relationship Type="http://schemas.openxmlformats.org/officeDocument/2006/relationships/slide" Target="/ppt/slides/slide9.xml" Id="R5082736cf11043ef" /><Relationship Type="http://schemas.openxmlformats.org/officeDocument/2006/relationships/slide" Target="/ppt/slides/slide10.xml" Id="Rff6c0138b0b149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2c312898c54b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359a51b13c4ecd" /><Relationship Type="http://schemas.openxmlformats.org/officeDocument/2006/relationships/notesMaster" Target="/ppt/notesMasters/notesMaster1.xml" Id="R0c3d890029a446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97abef20274fe0" /><Relationship Type="http://schemas.openxmlformats.org/officeDocument/2006/relationships/notesMaster" Target="/ppt/notesMasters/notesMaster1.xml" Id="R5018d34ad6324b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a58ca10ca94703" /><Relationship Type="http://schemas.openxmlformats.org/officeDocument/2006/relationships/notesMaster" Target="/ppt/notesMasters/notesMaster1.xml" Id="R00ba06b1a07245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2c71dc48f04ea3" /><Relationship Type="http://schemas.openxmlformats.org/officeDocument/2006/relationships/notesMaster" Target="/ppt/notesMasters/notesMaster1.xml" Id="Rec99e54ffdd141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c0086b12e64cc4" /><Relationship Type="http://schemas.openxmlformats.org/officeDocument/2006/relationships/notesMaster" Target="/ppt/notesMasters/notesMaster1.xml" Id="R84475a3a04b04e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5409586bae43bf" /><Relationship Type="http://schemas.openxmlformats.org/officeDocument/2006/relationships/notesMaster" Target="/ppt/notesMasters/notesMaster1.xml" Id="Rbeeaf89c8c7d43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b8d2ed7e7a4006" /><Relationship Type="http://schemas.openxmlformats.org/officeDocument/2006/relationships/notesMaster" Target="/ppt/notesMasters/notesMaster1.xml" Id="R851c82caa66d44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73a20aaa614147" /><Relationship Type="http://schemas.openxmlformats.org/officeDocument/2006/relationships/notesMaster" Target="/ppt/notesMasters/notesMaster1.xml" Id="Rc22aece709e044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f97bedd3224405" /><Relationship Type="http://schemas.openxmlformats.org/officeDocument/2006/relationships/notesMaster" Target="/ppt/notesMasters/notesMaster1.xml" Id="Rd21baff1f0444a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0d0a98c4c645f0" /><Relationship Type="http://schemas.openxmlformats.org/officeDocument/2006/relationships/notesMaster" Target="/ppt/notesMasters/notesMaster1.xml" Id="R5b22b3090ad14e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Diseño y alcance propuestos para la landing de TLOC. Imagen de referencia del archivo existente public/tlock/01-hero-principal-menu.webp. Validar fotografías y productos con el cliente antes de publicar.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comercial preparada a partir de las condiciones indicadas por el prestador del servicio. Septiembre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comercial preparada a partir de las condiciones indicadas por el prestador del servicio. Septiembre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comercial preparada a partir de las condiciones indicadas por el prestador del servicio. Septiembre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comercial preparada a partir de las condiciones indicadas por el prestador del servicio. Septiembre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Condición solicitada: precio final S/ 499 y descuento del 60 %. Base matemática = 499 / 0,40 = S/ 1.247,50. Descuento = S/ 748,50. La referencia es propuesta y no acredita un precio histórico. Confirmar la base comercial antes de difundir la oferta. Dominio separado.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Rango estimado de USD 15 a 20 al año indicado por el prestador en la conversación. No se ha consultado disponibilidad ni cotizado un dominio concreto. No incluye alojamiento web.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comercial preparada a partir de las condiciones indicadas por el prestador del servicio. Septiembre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Posibilidades futuras solicitadas por el prestador, no incluidas en S/ 499 ni en el soporte mensual. La emisión fiscal e impresión requieren evaluación técnica y de los requisitos aplicables. No se promete una integración o certificación concreta.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comercial preparada a partir de las condiciones indicadas por el prestador del servicio. Septiembre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eee1d4dbcd44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73625b0dd54443" /><Relationship Type="http://schemas.openxmlformats.org/officeDocument/2006/relationships/slideLayout" Target="/ppt/slideLayouts/slideLayout1.xml" Id="Ra36294d78e2f49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6294d78e2f49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eb3faf8974244" /><Relationship Type="http://schemas.openxmlformats.org/officeDocument/2006/relationships/image" Target="/ppt/media/image.png" Id="R690b74e52b4c494c" /><Relationship Type="http://schemas.openxmlformats.org/officeDocument/2006/relationships/notesSlide" Target="/ppt/notesSlides/notesSlide1.xml" Id="R63ef91bc1df645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cc65701c245f7" /><Relationship Type="http://schemas.openxmlformats.org/officeDocument/2006/relationships/image" Target="/ppt/media/image2.png" Id="R108cc395c8384bb2" /><Relationship Type="http://schemas.openxmlformats.org/officeDocument/2006/relationships/notesSlide" Target="/ppt/notesSlides/notesSlide2.xml" Id="Reb2e41eeaeab47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b6a5ca7ad4bf6" /><Relationship Type="http://schemas.openxmlformats.org/officeDocument/2006/relationships/notesSlide" Target="/ppt/notesSlides/notesSlide3.xml" Id="Rbb6c4519391e41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a181010ea4dc5" /><Relationship Type="http://schemas.openxmlformats.org/officeDocument/2006/relationships/image" Target="/ppt/media/image3.png" Id="R3f5111d76ff744b1" /><Relationship Type="http://schemas.openxmlformats.org/officeDocument/2006/relationships/notesSlide" Target="/ppt/notesSlides/notesSlide4.xml" Id="Rebee5a06fbb949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262e9067d4e29" /><Relationship Type="http://schemas.openxmlformats.org/officeDocument/2006/relationships/notesSlide" Target="/ppt/notesSlides/notesSlide5.xml" Id="R0be139277e9b4c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e26d8aec84a72" /><Relationship Type="http://schemas.openxmlformats.org/officeDocument/2006/relationships/notesSlide" Target="/ppt/notesSlides/notesSlide6.xml" Id="Rf0130a5d67c543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6a6ccf2184157" /><Relationship Type="http://schemas.openxmlformats.org/officeDocument/2006/relationships/notesSlide" Target="/ppt/notesSlides/notesSlide7.xml" Id="R5bed77dd297b4a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dec6d0b464a9c" /><Relationship Type="http://schemas.openxmlformats.org/officeDocument/2006/relationships/notesSlide" Target="/ppt/notesSlides/notesSlide8.xml" Id="Rddd2b011515642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92e5d3d08427f" /><Relationship Type="http://schemas.openxmlformats.org/officeDocument/2006/relationships/notesSlide" Target="/ppt/notesSlides/notesSlide9.xml" Id="R030c14be8b8a4c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e18f95ecd4153" /><Relationship Type="http://schemas.openxmlformats.org/officeDocument/2006/relationships/notesSlide" Target="/ppt/notesSlides/notesSlide10.xml" Id="Ra4d89eed71e046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D5FB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83F5C-CCB8-4760-8D8C-0F921639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AE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AE6FF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D0AC1-EAB5-42D2-BFAE-17E52143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246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AE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AE6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b74e52b4c494c"/>
          <a:srcRect xmlns:a="http://schemas.openxmlformats.org/drawingml/2006/main" l="21771" t="0" r="217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9450" y="0"/>
            <a:ext cx="516255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8F78D-6E9C-416C-A405-2BA0F9EC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00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tloc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D0CA0-9AD9-4AFE-A09D-DA1C626A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6191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Propuesta de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landing 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A9DB2-447A-424C-A7E1-F003C4CC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Una web para conocer la marca</a:t>
            </a:r>
          </a:p>
          <a:p xmlns:a="http://schemas.openxmlformats.org/drawingml/2006/main">
            <a:pPr>
              <a:def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y consultar pedidos por WhatsApp.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02AA5-C795-4B4E-9ED0-C2A5769A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769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AE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DAE6FF"/>
                </a:solidFill>
                <a:latin typeface="Helvetica Neue"/>
                <a:ea typeface="Helvetica Neue"/>
                <a:cs typeface="Helvetica Neue"/>
              </a:rPr>
              <a:t>Septiembre de 2026</a:t>
            </a:r>
          </a:p>
        </p:txBody>
      </p:sp>
    </p:spTree>
    <p:extLst>
      <p:ext uri="{BB962C8B-B14F-4D97-AF65-F5344CB8AC3E}">
        <p14:creationId xmlns:p14="http://schemas.microsoft.com/office/powerpoint/2010/main" val="19133000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27235-7EFD-474A-A965-E7DEE0DB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D6015-7587-4DD7-A431-53282223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Una página para elegir y contactar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D8B0D-299C-4630-BB03-1A6112B7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246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97EF6-2154-48CD-BE71-2F6E537F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07715-5B22-4D13-874C-A8BCBA64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71700"/>
            <a:ext cx="582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Productos que se entienden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EA5EC-BAC2-4FE5-B2A1-3A7256AD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28900"/>
            <a:ext cx="5829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Sabores, presentaciones y fotografías</a:t>
            </a:r>
          </a:p>
          <a:p xmlns:a="http://schemas.openxmlformats.org/drawingml/2006/main"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organizados en un solo lugar.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7A2BC-749F-40CF-8873-91A456A6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F8A4A-81A4-4AEF-B7A0-EA20E7A3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71875"/>
            <a:ext cx="582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Pedido directo por WhatsApp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5300D-8AD5-4A17-968C-F9A33595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29075"/>
            <a:ext cx="5829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Accesos visibles para consultar</a:t>
            </a:r>
          </a:p>
          <a:p xmlns:a="http://schemas.openxmlformats.org/drawingml/2006/main"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disponibilidad y coordinar un pedido.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C5407-28C9-4200-827A-96030D04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15A79-50CC-4CA0-9282-FF36AEB5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72050"/>
            <a:ext cx="582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Información útil para la visita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5D239-3ABA-4BB7-9BAC-C4F985CA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29250"/>
            <a:ext cx="5829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Ubicación, horarios y enlaces</a:t>
            </a:r>
          </a:p>
          <a:p xmlns:a="http://schemas.openxmlformats.org/drawingml/2006/main"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a las redes de TLOC.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cc395c8384bb2"/>
          <a:srcRect xmlns:a="http://schemas.openxmlformats.org/drawingml/2006/main" l="0" t="6103" r="0" b="61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2028825"/>
            <a:ext cx="3486150" cy="38290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7FFAB-EDF6-4BDC-BA56-16692AC7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00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Referencia de contenido TLOC</a:t>
            </a:r>
          </a:p>
        </p:txBody>
      </p:sp>
    </p:spTree>
    <p:extLst>
      <p:ext uri="{BB962C8B-B14F-4D97-AF65-F5344CB8AC3E}">
        <p14:creationId xmlns:p14="http://schemas.microsoft.com/office/powerpoint/2010/main" val="15580562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8E73DE-40D5-45F2-98EC-01F49B58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F13EA-7770-4E18-A3E1-EC20A96B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Alcance de la landing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51BBD-DD2D-4E17-B763-880D67A8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246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A3E5D-7491-43CD-B5B0-761334CE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DFEEB-CECD-4894-8B93-95422077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05025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Portada de marca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382F8-5019-4F21-8FDA-B64ED6C9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62225"/>
            <a:ext cx="4495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Mensaje principal y acceso al pedido.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9AC20-13A4-4F88-9027-FC9697B5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7A888-ED68-4C09-92D7-229D3277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76625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Sabores y presentaciones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14368-E1F4-4DDC-B30E-4DC04FFC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33825"/>
            <a:ext cx="4495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Productos con fotos y descripciones.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57BC4-3652-4BE3-8AF4-3496E68F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78E28-9854-4079-9FB3-6AF9B1E8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48225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Experiencia TLOC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59321-3AB5-4EC8-B363-418D05BB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05425"/>
            <a:ext cx="4495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Contenido breve sobre la marca.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4F934-4308-4E94-9AF4-B6CBEC3C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050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6C45C-DBA7-4310-ABFD-C0EDE275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05025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Boxes y promociones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F1B3C-17D8-4B34-AB07-DFEC54E6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62225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Espacio para opciones de regalo</a:t>
            </a:r>
          </a:p>
          <a:p xmlns:a="http://schemas.openxmlformats.org/drawingml/2006/main"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y campañas con material de TLOC.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2FC95-1F7E-4C2A-80BC-5880779A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9D6C3C-AB23-45D3-837C-808DAFAA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76625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Ubicación y horarios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FDC5C-F2FD-45E3-B754-B5BA6958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33825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Datos de atención y enlace al mapa.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EEE1BE-710E-43A6-960C-B43977C3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482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0FE32-AD5B-44B5-B60D-895CED52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48225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Contacto y redes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74057F-DC88-4B9D-BF16-8C8D9BCA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05425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WhatsApp y perfiles de la marca.</a:t>
            </a:r>
          </a:p>
        </p:txBody>
      </p:sp>
    </p:spTree>
    <p:extLst>
      <p:ext uri="{BB962C8B-B14F-4D97-AF65-F5344CB8AC3E}">
        <p14:creationId xmlns:p14="http://schemas.microsoft.com/office/powerpoint/2010/main" val="16334201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26926-AB8F-4F3F-9332-C251E515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64821-1875-4EFD-AC98-30B385D4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Diseño y entrega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89F67-A915-459F-8E2C-492EC964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246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FB672-F9DF-4309-882E-9894863C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47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La identidad de TLOC</a:t>
            </a:r>
          </a:p>
          <a:p xmlns:a="http://schemas.openxmlformats.org/drawingml/2006/main">
            <a:pPr>
              <a:defRPr sz="31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en escritorio y celular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31A99-0CEE-410D-A9A8-56285626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90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Conservamos el azul, la tipografía expresiva</a:t>
            </a:r>
          </a:p>
          <a:p xmlns:a="http://schemas.openxmlformats.org/drawingml/2006/main">
            <a:pPr>
              <a:defRPr sz="20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y los recursos de marca de la propuesta actual.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F28AC-BDB0-4C89-B912-6C70F99A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Incluye adaptación móvil, configuración de enlaces,</a:t>
            </a:r>
          </a:p>
          <a:p xmlns:a="http://schemas.openxmlformats.org/drawingml/2006/main">
            <a:pPr>
              <a:defRPr sz="2025" b="0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revisión final y puesta en línea de la landing.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111d76ff744b1"/>
          <a:stretch xmlns:a="http://schemas.openxmlformats.org/drawingml/2006/main"/>
        </p:blipFill>
        <p:spPr>
          <a:xfrm xmlns:a="http://schemas.openxmlformats.org/drawingml/2006/main">
            <a:off x="8953500" y="2466975"/>
            <a:ext cx="2324100" cy="2324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AC7D7-89CE-4E4D-834E-BA165A88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TLOC entrega o confirma textos, fotos, precios y datos de atención.</a:t>
            </a:r>
          </a:p>
          <a:p xmlns:a="http://schemas.openxmlformats.org/drawingml/2006/main">
            <a:pPr>
              <a:defRPr sz="14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El alojamiento y sus condiciones se acuerdan antes de iniciar.</a:t>
            </a:r>
          </a:p>
        </p:txBody>
      </p:sp>
    </p:spTree>
    <p:extLst>
      <p:ext uri="{BB962C8B-B14F-4D97-AF65-F5344CB8AC3E}">
        <p14:creationId xmlns:p14="http://schemas.microsoft.com/office/powerpoint/2010/main" val="5413450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3665B3-2597-454C-92FA-B4C86E09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72406-9B19-48F3-B2DD-F73631C6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Cronograma: máximo 2 semanas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A8613-5F23-4B74-A1CA-044D06B2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246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6AC15-FD47-4A63-A7C1-0D65F8C8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SEMANA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EF2C3-41D4-40A0-BE91-C71F590D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048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Contenido y diseño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5D76A-2A86-4260-89DB-DA2E4721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04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Días 1 y 2</a:t>
            </a:r>
          </a:p>
          <a:p xmlns:a="http://schemas.openxmlformats.org/drawingml/2006/main"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Recepción de material, definición del dominio</a:t>
            </a:r>
          </a:p>
          <a:p xmlns:a="http://schemas.openxmlformats.org/drawingml/2006/main"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y organización del contenido.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82BF9-1848-4980-9F16-6F429429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504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Días 3 al 7</a:t>
            </a:r>
          </a:p>
          <a:p xmlns:a="http://schemas.openxmlformats.org/drawingml/2006/main"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Diseño de la landing y primera revisión</a:t>
            </a:r>
          </a:p>
          <a:p xmlns:a="http://schemas.openxmlformats.org/drawingml/2006/main"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con TLOC.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AC621-9935-4F87-A5B9-67571179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6692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SEMANA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9FE90-4F0B-49F1-B63E-A2340A86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33650"/>
            <a:ext cx="5095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Desarrollo y entrega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3E447-E9FF-4199-8719-E10B2296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86125"/>
            <a:ext cx="504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Días 8 al 11</a:t>
            </a:r>
          </a:p>
          <a:p xmlns:a="http://schemas.openxmlformats.org/drawingml/2006/main"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Implementación, adaptación móvil</a:t>
            </a:r>
          </a:p>
          <a:p xmlns:a="http://schemas.openxmlformats.org/drawingml/2006/main"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y configuración de enlaces.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F2D718-C3A0-4898-B415-744EED83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43425"/>
            <a:ext cx="504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Días 12 al 14</a:t>
            </a:r>
          </a:p>
          <a:p xmlns:a="http://schemas.openxmlformats.org/drawingml/2006/main"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Ajustes finales, pruebas y publicación</a:t>
            </a:r>
          </a:p>
          <a:p xmlns:a="http://schemas.openxmlformats.org/drawingml/2006/main"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con la aprobación de TLOC.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356A79-D6B0-4542-9586-1316514E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14 días calendario desde el inicio acordado, con material completo.</a:t>
            </a:r>
          </a:p>
          <a:p xmlns:a="http://schemas.openxmlformats.org/drawingml/2006/main">
            <a:pPr>
              <a:defRPr sz="13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Para cumplir el plazo, coordinamos las revisiones y aprobaciones dentro de esas dos semanas.</a:t>
            </a:r>
          </a:p>
        </p:txBody>
      </p:sp>
    </p:spTree>
    <p:extLst>
      <p:ext uri="{BB962C8B-B14F-4D97-AF65-F5344CB8AC3E}">
        <p14:creationId xmlns:p14="http://schemas.microsoft.com/office/powerpoint/2010/main" val="12093312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D5FB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33DFE-3387-4CCD-801B-3ECB139D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AE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AE6FF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64401-71BC-4CAD-B887-CEE36F37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Inversión en la landing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56CE4-6129-4B57-B0FB-759268EB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246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AE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AE6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E4D28-BE0F-4845-9320-320E45C1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14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S/ 499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DC4E1-E2D2-4902-B2D4-1C57BD86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666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Precio final de la landing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A979D-96B8-4846-A7B7-BCD68C6B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rPr>
              <a:t>60 % de descuento comercial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6AB1D-C3FB-4A41-ACC9-CE6F6192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838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Valor referencial propuesto: S/ 1.247,50</a:t>
            </a:r>
          </a:p>
          <a:p xmlns:a="http://schemas.openxmlformats.org/drawingml/2006/main">
            <a:pPr>
              <a:defRPr sz="1950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Descuento aplicado: S/ 748,50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1799B0-F146-4372-A6F5-4D8CCA69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293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Incluye 1 mes de soporte sin costo desde la publicación. Dominio aparte.</a:t>
            </a:r>
          </a:p>
          <a:p xmlns:a="http://schemas.openxmlformats.org/drawingml/2006/main">
            <a:pPr>
              <a:defRPr sz="127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El valor referencial corresponde a esta propuesta, no a un precio histórico.</a:t>
            </a:r>
          </a:p>
        </p:txBody>
      </p:sp>
    </p:spTree>
    <p:extLst>
      <p:ext uri="{BB962C8B-B14F-4D97-AF65-F5344CB8AC3E}">
        <p14:creationId xmlns:p14="http://schemas.microsoft.com/office/powerpoint/2010/main" val="12062216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4AB03-2185-4B53-8786-9E76DA9C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87A711-EB52-4C8E-9B5B-8969D9AF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Dominio propio para TLOC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01AB6-E160-46E0-84C6-1B1F5338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246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7BF8B-81B4-4F8B-B166-1548BA95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382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66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USD 15 a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DE6CD-E92B-4D5C-ABE3-197B29F5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Costo anual estimado del dominio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9563E-15DB-4FD0-A50D-8AB623AF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71975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Nombre a conversar con TLOC,</a:t>
            </a:r>
          </a:p>
          <a:p xmlns:a="http://schemas.openxmlformats.org/drawingml/2006/main">
            <a:pPr>
              <a:defRPr sz="24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según disponibilidad al momento del registro.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37A1B-16B3-408D-91D1-E6AB95E4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Pago adicional a la landing. La tarifa final depende de la extensión,</a:t>
            </a:r>
          </a:p>
          <a:p xmlns:a="http://schemas.openxmlformats.org/drawingml/2006/main">
            <a:pPr>
              <a:def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el proveedor y el precio de renovación. El dominio se renueva cada año.</a:t>
            </a:r>
          </a:p>
        </p:txBody>
      </p:sp>
    </p:spTree>
    <p:extLst>
      <p:ext uri="{BB962C8B-B14F-4D97-AF65-F5344CB8AC3E}">
        <p14:creationId xmlns:p14="http://schemas.microsoft.com/office/powerpoint/2010/main" val="16015586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C9B4D-B825-4AEB-A8A1-345F30A4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32E2F-D5A8-40A1-8BE0-B8163D55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Soporte para mantener la web al día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4E8EC-940C-4546-8050-B61CD10A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246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477DE-1752-40BE-8486-C8D0F84F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1.er 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7CE69-42AD-4F21-BD8B-E7FA7956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Sin costo desde la publicación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E6287-43C7-449B-B1F0-4C22AF24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6692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Desde el 2.º 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899F7-552A-44B3-8316-A9AE7EFC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81275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S/ 19 al 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62BEB-0A6A-4618-B010-294BE55A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Cambios pequeños incluidos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E25EA-263E-4167-9E3E-E30C899B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10763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Actualización de horarios o días sin atención.</a:t>
            </a:r>
          </a:p>
          <a:p xmlns:a="http://schemas.openxmlformats.org/drawingml/2006/main">
            <a:pPr>
              <a:defRPr sz="20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Cambios de textos, precios y fotografías.</a:t>
            </a:r>
          </a:p>
          <a:p xmlns:a="http://schemas.openxmlformats.org/drawingml/2006/main">
            <a:pPr>
              <a:defRPr sz="20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Adaptación de promociones a las secciones existentes.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0F031-6298-499D-BCDE-0112F35A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83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TLOC envía el material y la fecha deseada. Confirmamos el alcance y el plazo de cada cambio.</a:t>
            </a:r>
          </a:p>
          <a:p xmlns:a="http://schemas.openxmlformats.org/drawingml/2006/main">
            <a:pPr>
              <a:defRPr sz="14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Nuevas secciones, rediseños, producción de material y funciones adicionales se cotizan aparte.</a:t>
            </a:r>
          </a:p>
        </p:txBody>
      </p:sp>
    </p:spTree>
    <p:extLst>
      <p:ext uri="{BB962C8B-B14F-4D97-AF65-F5344CB8AC3E}">
        <p14:creationId xmlns:p14="http://schemas.microsoft.com/office/powerpoint/2010/main" val="15385770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6859F-46D8-4F3F-93DD-4ED9B3F3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A6665-8389-432A-927C-D5E6EFF3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A futuro: un sistema a medida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12304-8402-4138-9C6A-AF795110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246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D4085-C185-45AF-AA03-B63CC49B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La landing puede ser el primer paso</a:t>
            </a:r>
          </a:p>
          <a:p xmlns:a="http://schemas.openxmlformats.org/drawingml/2006/main">
            <a:pPr>
              <a:defRPr sz="26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para una solución más completa.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E5F71-707A-4F3E-A99D-3AA5219F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B758A-70FD-416C-92D3-993FDA2E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19475"/>
            <a:ext cx="459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Pedidos y operación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FB865-E8EC-410E-B98A-45AFBF23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76675"/>
            <a:ext cx="4591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Gestión de pedidos, productos</a:t>
            </a:r>
          </a:p>
          <a:p xmlns:a="http://schemas.openxmlformats.org/drawingml/2006/main"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y disponibilidad según la necesidad.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A707B-ADA2-40F7-83D3-85558D56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194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117A6-2AE7-4CB9-A448-907BA869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419475"/>
            <a:ext cx="459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Comprobantes y caja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378D23-3427-4C59-BA22-A75919FB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76675"/>
            <a:ext cx="4591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Evaluación de facturación, boletas</a:t>
            </a:r>
          </a:p>
          <a:p xmlns:a="http://schemas.openxmlformats.org/drawingml/2006/main"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e impresión de comprobantes.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C9D73-1AA2-4D9E-B24E-701A3AC8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Cada ampliación requiere definir procesos, integraciones y equipos.</a:t>
            </a:r>
          </a:p>
          <a:p xmlns:a="http://schemas.openxmlformats.org/drawingml/2006/main">
            <a:pPr>
              <a:defRPr sz="19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Alcance, costo y cronograma se cotizan en una propuesta independiente.</a:t>
            </a:r>
          </a:p>
        </p:txBody>
      </p:sp>
    </p:spTree>
    <p:extLst>
      <p:ext uri="{BB962C8B-B14F-4D97-AF65-F5344CB8AC3E}">
        <p14:creationId xmlns:p14="http://schemas.microsoft.com/office/powerpoint/2010/main" val="8123067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D5FB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83757-304A-4111-B3B8-3C737615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AE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AE6FF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0BD08-501D-4A5F-B0A5-8241FBD0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 que necesitamos para comenzar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65567-C9D3-44F3-A8C0-49FBE754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246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AE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AE6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82097-9B99-425F-B2D2-D269BEC2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5A1B7-08B4-48EF-89EE-6245B6F1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66925"/>
            <a:ext cx="992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Confirmación de la propuesta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A1A3B-8FB8-4535-8A1C-97B972A9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24125"/>
            <a:ext cx="9925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Alcance de la landing y condiciones de pago.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37F5D-FC89-4A74-9C5C-657AD0CF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38016-A9E6-454A-82BB-48B7C5C5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90900"/>
            <a:ext cx="992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Material de TLOC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A1666-633F-4917-A04C-F2E655B1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9925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Logo, fotografías, productos, promociones y datos de atención.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FF3C3-35F5-43BF-9BF3-25F8119E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2221E-09C8-4547-9356-7639169D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14875"/>
            <a:ext cx="992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Dominio y fecha de inicio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8916F-2EBD-4EBD-9250-E7A68802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72075"/>
            <a:ext cx="9925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Revisión de disponibilidad y acuerdo del alojamiento.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24CC8-F33C-478C-A0C3-D7D1F8D1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Entrega en un máximo de 2 semanas desde el inicio acordado.</a:t>
            </a:r>
          </a:p>
        </p:txBody>
      </p:sp>
    </p:spTree>
    <p:extLst>
      <p:ext uri="{BB962C8B-B14F-4D97-AF65-F5344CB8AC3E}">
        <p14:creationId xmlns:p14="http://schemas.microsoft.com/office/powerpoint/2010/main" val="20041265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2026-09-05T20:13:56.6600000Z</dcterms:created>
  <dcterms:modified xsi:type="dcterms:W3CDTF">2026-09-05T20:13:56.6600000Z</dcterms:modified>
</coreProperties>
</file>