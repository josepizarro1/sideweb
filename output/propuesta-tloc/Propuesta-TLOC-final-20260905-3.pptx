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09"/>
  </p:normalViewPr>
  <p:slideViewPr>
    <p:cSldViewPr snapToGrid="0">
      <p:cViewPr varScale="1">
        <p:scale>
          <a:sx n="110" d="100"/>
          <a:sy n="110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Portada de una propuesta de landing para TLOC. Imagen proveniente de los recursos de marca disponibles en public/tlock.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BEF2B03-6447-438D-9051-4E5D5DA13DBF}"/>
              </a:ext>
            </a:extLst>
          </p:cNvPr>
          <p:cNvSpPr>
            <a:spLocks noGrp="1"/>
          </p:cNvSpPr>
          <p:nvPr/>
        </p:nvSpPr>
        <p:spPr>
          <a:xfrm>
            <a:off x="609600" y="295275"/>
            <a:ext cx="609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90487E8-3D42-4282-B8AD-FA415B97A099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l="21771" r="21771"/>
          <a:stretch>
            <a:fillRect/>
          </a:stretch>
        </p:blipFill>
        <p:spPr>
          <a:xfrm>
            <a:off x="7029450" y="0"/>
            <a:ext cx="516255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3194BC4-5B90-4D9F-AAD0-24DB6D91E47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60007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60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  <a:r>
              <a:rPr sz="60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</a:t>
            </a:r>
            <a:r>
              <a:rPr lang="es-PE" sz="60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oc</a:t>
            </a:r>
            <a:endParaRPr sz="600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8F107C-7EE9-44A3-927A-9A8308077B57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61912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 de landing page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7DFC2E-06AB-455F-86F4-6ABBE19BC7E2}"/>
              </a:ext>
            </a:extLst>
          </p:cNvPr>
          <p:cNvSpPr>
            <a:spLocks noGrp="1"/>
          </p:cNvSpPr>
          <p:nvPr/>
        </p:nvSpPr>
        <p:spPr>
          <a:xfrm>
            <a:off x="657225" y="4443412"/>
            <a:ext cx="5905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solución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para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ganar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visibilidad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,</a:t>
            </a:r>
          </a:p>
          <a:p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ordenar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marca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facilitar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el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contacto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2B41847-C735-40DC-BE9F-F450FFE7FBE3}"/>
              </a:ext>
            </a:extLst>
          </p:cNvPr>
          <p:cNvSpPr>
            <a:spLocks noGrp="1"/>
          </p:cNvSpPr>
          <p:nvPr/>
        </p:nvSpPr>
        <p:spPr>
          <a:xfrm>
            <a:off x="647700" y="6115050"/>
            <a:ext cx="5524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016141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9E6F674E-88F2-8EDF-EFAB-EFA8D0AB6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EAE99F37-243A-262F-516A-739882AD48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7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5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A3D5450A-F7C5-7892-2F99-C852AF4BB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7CB7ACDB-5CB6-417A-427C-3F0AC1776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4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03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4A3268C5-CEEC-FB16-E004-FD142BAE5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011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AF0B88A-4A5E-1040-90B6-EE4504AEFD0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e2d10d1-5605-48e5-a349-505b0c5db79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146</Words>
  <Application>Microsoft Macintosh PowerPoint</Application>
  <DocSecurity>0</DocSecurity>
  <PresentationFormat>Panorámica</PresentationFormat>
  <Paragraphs>13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 Neue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Alfredo Pizarro Rabanal</cp:lastModifiedBy>
  <cp:revision>2</cp:revision>
  <dcterms:created xsi:type="dcterms:W3CDTF">2026-09-06T01:37:29Z</dcterms:created>
  <dcterms:modified xsi:type="dcterms:W3CDTF">2026-09-06T05:44:48Z</dcterms:modified>
</cp:coreProperties>
</file>